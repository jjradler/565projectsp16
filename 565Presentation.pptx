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36" d="100"/>
          <a:sy n="136" d="100"/>
        </p:scale>
        <p:origin x="-1664" y="-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interSettings" Target="printerSettings/printerSettings1.bin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328166" y="1295400"/>
            <a:ext cx="6487668" cy="3152887"/>
          </a:xfrm>
          <a:prstGeom prst="rect">
            <a:avLst/>
          </a:prstGeo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</a:pPr>
            <a:endParaRPr sz="3200" kern="120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23999"/>
            <a:ext cx="6498158" cy="1724867"/>
          </a:xfr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ctr" defTabSz="914400" rtl="0" eaLnBrk="1" latinLnBrk="0" hangingPunct="1">
              <a:spcBef>
                <a:spcPct val="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4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2921" y="3299012"/>
            <a:ext cx="6498159" cy="91664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538" y="3352801"/>
            <a:ext cx="841692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3538" y="4771029"/>
            <a:ext cx="8416925" cy="972671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idx="13"/>
          </p:nvPr>
        </p:nvSpPr>
        <p:spPr>
          <a:xfrm>
            <a:off x="370980" y="363538"/>
            <a:ext cx="8402040" cy="2836862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03144"/>
            <a:ext cx="8056563" cy="1362075"/>
          </a:xfrm>
        </p:spPr>
        <p:txBody>
          <a:bodyPr anchor="b" anchorCtr="0"/>
          <a:lstStyle>
            <a:lvl1pPr algn="ctr">
              <a:defRPr sz="46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3736005"/>
            <a:ext cx="8056563" cy="1500187"/>
          </a:xfrm>
        </p:spPr>
        <p:txBody>
          <a:bodyPr anchor="t" anchorCtr="0"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1071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4" y="107576"/>
            <a:ext cx="8042276" cy="1336956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4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9274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1070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1070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9" y="611872"/>
            <a:ext cx="3840480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824" y="368300"/>
            <a:ext cx="3840480" cy="5575300"/>
          </a:xfrm>
        </p:spPr>
        <p:txBody>
          <a:bodyPr>
            <a:normAutofit/>
          </a:bodyPr>
          <a:lstStyle>
            <a:lvl1pPr>
              <a:spcBef>
                <a:spcPts val="2000"/>
              </a:spcBef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9" y="1787856"/>
            <a:ext cx="3840480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8" y="611872"/>
            <a:ext cx="4079545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8" y="1787856"/>
            <a:ext cx="4079545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idx="1"/>
          </p:nvPr>
        </p:nvSpPr>
        <p:spPr>
          <a:xfrm>
            <a:off x="5090617" y="359392"/>
            <a:ext cx="3657600" cy="5318077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3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9792" y="368301"/>
            <a:ext cx="1524000" cy="5575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9274" y="368301"/>
            <a:ext cx="6689726" cy="5575300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1600201"/>
            <a:ext cx="8042276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29835" y="627566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458" y="6275668"/>
            <a:ext cx="48409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97906" y="6275668"/>
            <a:ext cx="990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9250" indent="-349250" algn="l" defTabSz="914400" rtl="0" eaLnBrk="1" latinLnBrk="0" hangingPunct="1">
        <a:spcBef>
          <a:spcPts val="2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336550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2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96837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63650" indent="-295275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622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28800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1177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398713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6892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61355"/>
            <a:ext cx="6498158" cy="1724867"/>
          </a:xfrm>
        </p:spPr>
        <p:txBody>
          <a:bodyPr/>
          <a:lstStyle/>
          <a:p>
            <a:r>
              <a:rPr lang="en-US" sz="4000" dirty="0" smtClean="0"/>
              <a:t>CHEM 565:</a:t>
            </a:r>
            <a:br>
              <a:rPr lang="en-US" sz="4000" dirty="0" smtClean="0"/>
            </a:br>
            <a:r>
              <a:rPr lang="en-US" sz="4000" dirty="0" smtClean="0"/>
              <a:t>Looking at Stark Effect and BOMD in DTDCPB</a:t>
            </a:r>
            <a:endParaRPr lang="en-US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Camille </a:t>
            </a:r>
            <a:r>
              <a:rPr lang="en-US" dirty="0" err="1" smtClean="0"/>
              <a:t>Houferak</a:t>
            </a:r>
            <a:endParaRPr lang="en-US" dirty="0" smtClean="0"/>
          </a:p>
          <a:p>
            <a:r>
              <a:rPr lang="en-US" dirty="0" smtClean="0"/>
              <a:t>Emily </a:t>
            </a:r>
            <a:r>
              <a:rPr lang="en-US" dirty="0" err="1" smtClean="0"/>
              <a:t>Rabe</a:t>
            </a:r>
            <a:endParaRPr lang="en-US" dirty="0" smtClean="0"/>
          </a:p>
          <a:p>
            <a:r>
              <a:rPr lang="en-US" dirty="0" smtClean="0"/>
              <a:t>Joseph J. </a:t>
            </a:r>
            <a:r>
              <a:rPr lang="en-US" dirty="0" err="1" smtClean="0"/>
              <a:t>Radler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8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DTDCPB – What is it used for?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5753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Experimental Perspective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554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Experiment/Computation Combined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120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418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Test Case: Cyanide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399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Tentative DTDCPB Stark Effect Results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128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320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Flowchart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67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0388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Tetnative</a:t>
            </a:r>
            <a:r>
              <a:rPr lang="en-US" dirty="0" smtClean="0"/>
              <a:t> DTDCPB BOMD Results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755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Conclusions and Future Directions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260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623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reeze">
  <a:themeElements>
    <a:clrScheme name="Breeze">
      <a:dk1>
        <a:sysClr val="windowText" lastClr="000000"/>
      </a:dk1>
      <a:lt1>
        <a:sysClr val="window" lastClr="FFFFFF"/>
      </a:lt1>
      <a:dk2>
        <a:srgbClr val="09213B"/>
      </a:dk2>
      <a:lt2>
        <a:srgbClr val="D5EDF4"/>
      </a:lt2>
      <a:accent1>
        <a:srgbClr val="2C7C9F"/>
      </a:accent1>
      <a:accent2>
        <a:srgbClr val="244A58"/>
      </a:accent2>
      <a:accent3>
        <a:srgbClr val="E2751D"/>
      </a:accent3>
      <a:accent4>
        <a:srgbClr val="FFB400"/>
      </a:accent4>
      <a:accent5>
        <a:srgbClr val="7EB606"/>
      </a:accent5>
      <a:accent6>
        <a:srgbClr val="C00000"/>
      </a:accent6>
      <a:hlink>
        <a:srgbClr val="7030A0"/>
      </a:hlink>
      <a:folHlink>
        <a:srgbClr val="00B0F0"/>
      </a:folHlink>
    </a:clrScheme>
    <a:fontScheme name="Breeze">
      <a:maj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ajorFont>
      <a:min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inorFont>
    </a:fontScheme>
    <a:fmtScheme name="Breeze">
      <a:fillStyleLst>
        <a:solidFill>
          <a:schemeClr val="phClr"/>
        </a:solidFill>
        <a:gradFill rotWithShape="1">
          <a:gsLst>
            <a:gs pos="31000">
              <a:schemeClr val="phClr">
                <a:tint val="100000"/>
                <a:shade val="100000"/>
                <a:satMod val="120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shade val="100000"/>
                <a:satMod val="120000"/>
              </a:schemeClr>
            </a:gs>
            <a:gs pos="69000">
              <a:schemeClr val="phClr">
                <a:tint val="80000"/>
                <a:shade val="100000"/>
                <a:satMod val="150000"/>
              </a:schemeClr>
            </a:gs>
            <a:gs pos="100000">
              <a:schemeClr val="phClr">
                <a:tint val="50000"/>
                <a:shade val="100000"/>
                <a:satMod val="15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dbl" algn="ctr">
          <a:solidFill>
            <a:schemeClr val="phClr"/>
          </a:solidFill>
          <a:prstDash val="solid"/>
        </a:ln>
        <a:ln w="31750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sx="101000" sy="101000" rotWithShape="0">
              <a:srgbClr val="000000">
                <a:alpha val="40000"/>
              </a:srgbClr>
            </a:outerShdw>
          </a:effectLst>
        </a:effectStyle>
        <a:effectStyle>
          <a:effectLst>
            <a:innerShdw blurRad="127000" dist="25400" dir="13500000">
              <a:srgbClr val="C0C0C0">
                <a:alpha val="75000"/>
              </a:srgbClr>
            </a:innerShdw>
            <a:outerShdw blurRad="88900" dist="25400" dir="5400000" sx="102000" sy="102000" algn="ctr" rotWithShape="0">
              <a:srgbClr val="C0C0C0">
                <a:alpha val="40000"/>
              </a:srgbClr>
            </a:outerShdw>
          </a:effectLst>
          <a:scene3d>
            <a:camera prst="perspectiveLeft" fov="300000"/>
            <a:lightRig rig="soft" dir="l">
              <a:rot lat="0" lon="0" rev="4200000"/>
            </a:lightRig>
          </a:scene3d>
          <a:sp3d extrusionH="38100" prstMaterial="powder">
            <a:bevelT w="50800" h="88900" prst="convex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0000"/>
                <a:satMod val="400000"/>
              </a:schemeClr>
              <a:schemeClr val="phClr">
                <a:tint val="10000"/>
                <a:satMod val="20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Breeze.thmx</Template>
  <TotalTime>14</TotalTime>
  <Words>58</Words>
  <Application>Microsoft Macintosh PowerPoint</Application>
  <PresentationFormat>On-screen Show (4:3)</PresentationFormat>
  <Paragraphs>16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Breeze</vt:lpstr>
      <vt:lpstr>CHEM 565: Looking at Stark Effect and BOMD in DTDCPB</vt:lpstr>
      <vt:lpstr>DTDCPB – What is it used for?</vt:lpstr>
      <vt:lpstr>Experimental Perspective</vt:lpstr>
      <vt:lpstr>Experiment/Computation Combined</vt:lpstr>
      <vt:lpstr>Stark Effect Introduction</vt:lpstr>
      <vt:lpstr>Stark Effect Test Case: Cyanide</vt:lpstr>
      <vt:lpstr>Tentative DTDCPB Stark Effect Results</vt:lpstr>
      <vt:lpstr>BOMD Introduction</vt:lpstr>
      <vt:lpstr>BOMD Flowchart</vt:lpstr>
      <vt:lpstr>BOMD Test Case: Cyanide</vt:lpstr>
      <vt:lpstr>Tetnative DTDCPB BOMD Results </vt:lpstr>
      <vt:lpstr>Conclusions and Future Directions </vt:lpstr>
      <vt:lpstr>Questions Slide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 565: Looking at Stark Effect and BOMD in DTDCPB</dc:title>
  <dc:creator>C</dc:creator>
  <cp:lastModifiedBy>C</cp:lastModifiedBy>
  <cp:revision>6</cp:revision>
  <dcterms:created xsi:type="dcterms:W3CDTF">2016-05-25T21:57:00Z</dcterms:created>
  <dcterms:modified xsi:type="dcterms:W3CDTF">2016-05-25T23:29:12Z</dcterms:modified>
</cp:coreProperties>
</file>