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3" d="100"/>
          <a:sy n="133" d="100"/>
        </p:scale>
        <p:origin x="-1744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interSettings" Target="printerSettings/printerSettings1.bin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5/25/16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>CHEM 565:</a:t>
            </a:r>
            <a:br>
              <a:rPr lang="en-US" sz="4000" dirty="0" smtClean="0"/>
            </a:br>
            <a:r>
              <a:rPr lang="en-US" sz="4000" dirty="0" smtClean="0"/>
              <a:t>Looking at Stark Effect and BOMD in DTDCPB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DTDCPB – What is it used for?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753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Perspective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54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Experiment/Computation Combined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20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DTDCPB Stark Effect 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</a:t>
              </a:r>
              <a:r>
                <a:rPr lang="en-US" sz="1100" dirty="0" smtClean="0"/>
                <a:t> IR Spectrum</a:t>
              </a:r>
              <a:endParaRPr lang="en-US" sz="11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</a:t>
              </a:r>
              <a:r>
                <a:rPr lang="en-US" sz="1100" dirty="0" smtClean="0"/>
                <a:t> IR Spectrum</a:t>
              </a:r>
              <a:endParaRPr lang="en-US" sz="11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</a:t>
              </a:r>
              <a:r>
                <a:rPr lang="en-US" sz="1100" dirty="0" smtClean="0"/>
                <a:t> IR Spectrum</a:t>
              </a:r>
              <a:endParaRPr lang="en-US" sz="11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Tetnative</a:t>
            </a:r>
            <a:r>
              <a:rPr lang="en-US" dirty="0" smtClean="0"/>
              <a:t> 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19</TotalTime>
  <Words>150</Words>
  <Application>Microsoft Macintosh PowerPoint</Application>
  <PresentationFormat>On-screen Show (4:3)</PresentationFormat>
  <Paragraphs>38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Breeze</vt:lpstr>
      <vt:lpstr>CHEM 565: Looking at Stark Effect and BOMD in DTDCPB</vt:lpstr>
      <vt:lpstr>DTDCPB – What is it used for?</vt:lpstr>
      <vt:lpstr>Experimental Perspective</vt:lpstr>
      <vt:lpstr>Experiment/Computation Combined</vt:lpstr>
      <vt:lpstr>Stark Effect Introduction</vt:lpstr>
      <vt:lpstr>Stark Effect Test Case: Cyanide</vt:lpstr>
      <vt:lpstr>Tentative DTDCPB Stark Effect Results</vt:lpstr>
      <vt:lpstr>BOMD Introduction</vt:lpstr>
      <vt:lpstr>BOMD Flowchart</vt:lpstr>
      <vt:lpstr>BOMD Test Case: Cyanide</vt:lpstr>
      <vt:lpstr>Tetnative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C</cp:lastModifiedBy>
  <cp:revision>8</cp:revision>
  <dcterms:created xsi:type="dcterms:W3CDTF">2016-05-25T21:57:00Z</dcterms:created>
  <dcterms:modified xsi:type="dcterms:W3CDTF">2016-05-25T23:34:17Z</dcterms:modified>
</cp:coreProperties>
</file>